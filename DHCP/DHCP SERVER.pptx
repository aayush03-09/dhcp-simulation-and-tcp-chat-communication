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8" r:id="rId6"/>
    <p:sldId id="261" r:id="rId7"/>
    <p:sldId id="270" r:id="rId8"/>
    <p:sldId id="264" r:id="rId9"/>
    <p:sldId id="266" r:id="rId10"/>
    <p:sldId id="271" r:id="rId11"/>
    <p:sldId id="267" r:id="rId12"/>
    <p:sldId id="268" r:id="rId13"/>
    <p:sldId id="259" r:id="rId14"/>
    <p:sldId id="269" r:id="rId15"/>
    <p:sldId id="272" r:id="rId16"/>
    <p:sldId id="273" r:id="rId17"/>
    <p:sldId id="274" r:id="rId18"/>
    <p:sldId id="276" r:id="rId19"/>
    <p:sldId id="275" r:id="rId20"/>
    <p:sldId id="277" r:id="rId21"/>
    <p:sldId id="278" r:id="rId22"/>
    <p:sldId id="280" r:id="rId23"/>
    <p:sldId id="279" r:id="rId24"/>
    <p:sldId id="26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291A5-221B-4B43-8CB2-71091185D10F}" v="31" dt="2025-11-15T11:25:19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>
        <p:scale>
          <a:sx n="66" d="100"/>
          <a:sy n="66" d="100"/>
        </p:scale>
        <p:origin x="49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11/15/2025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11/15/2025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25MCA047@nirmauni.ac.i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hyperlink" Target="mailto:25MCA066@NIIRMAUNI.AC.I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0" y="11"/>
            <a:ext cx="12191980" cy="685798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 dirty="0">
                <a:solidFill>
                  <a:schemeClr val="bg1"/>
                </a:solidFill>
              </a:rPr>
              <a:t>DHCP SERVER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Dynamic Host Configuration Protocol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9D106C-9BB9-EC62-EF32-03186283C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Advantages and Disadvantages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it work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99C15-DDB0-E9BC-4D29-64ECCF5D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4A2A-3E3F-B58C-4E85-0E379730D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DE558-043F-D2DF-5C19-3A6232D88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DHCP stands for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Host Configuration Protocol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devices automatically get an IP address when they connect to a network.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removes the need for entering network settings manually.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networks where many devices connect daily.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the right IP, gateway, and DNS are assigned.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the network easy to manage and reduces technical errors.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silently in the background without user interaction.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0052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F13CF-ABBF-EB05-5C83-EC7B9221D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pic>
        <p:nvPicPr>
          <p:cNvPr id="4" name="Picture 3" descr="A computer and a router&#10;&#10;AI-generated content may be incorrect.">
            <a:extLst>
              <a:ext uri="{FF2B5EF4-FFF2-40B4-BE49-F238E27FC236}">
                <a16:creationId xmlns:a16="http://schemas.microsoft.com/office/drawing/2014/main" id="{C0CD6901-3BD1-0A66-3A93-77CBC7D35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0867" y="3175270"/>
            <a:ext cx="4054176" cy="295307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264F41-6D67-A2F6-F01B-DB61496A6347}"/>
              </a:ext>
            </a:extLst>
          </p:cNvPr>
          <p:cNvSpPr txBox="1"/>
          <p:nvPr/>
        </p:nvSpPr>
        <p:spPr>
          <a:xfrm>
            <a:off x="496957" y="1859340"/>
            <a:ext cx="874643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DHCP is a network protocol that automatically assigns IP addresses and other network settings to devices on a network.</a:t>
            </a:r>
          </a:p>
          <a:p>
            <a:pPr algn="just">
              <a:buNone/>
            </a:pPr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a laptop, phone, or any device connects to a network, DHCP makes sure it receives:</a:t>
            </a:r>
          </a:p>
          <a:p>
            <a:pPr algn="just"/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Address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 Mask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Gateway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 Server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Lease Time</a:t>
            </a:r>
          </a:p>
          <a:p>
            <a:pPr lvl="1" algn="just"/>
            <a:endParaRPr lang="en-US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Automatically, without any manual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27249206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80A14-43E1-F136-A849-2D91FF86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78F5-70FB-686D-DDCF-EC83855C2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of DHCP 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EE7FAA-AA85-E6F8-9A28-578BA608C9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IP addresses to devices automatically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avoid IP clashes between multiple systems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connecting new devices fast and effortless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Centralizes all network configuration in one place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workload on network administrators</a:t>
            </a:r>
          </a:p>
          <a:p>
            <a:endParaRPr lang="en-IN" dirty="0"/>
          </a:p>
        </p:txBody>
      </p:sp>
      <p:pic>
        <p:nvPicPr>
          <p:cNvPr id="5" name="Picture 4" descr="A blue background with white text&#10;&#10;AI-generated content may be incorrect.">
            <a:extLst>
              <a:ext uri="{FF2B5EF4-FFF2-40B4-BE49-F238E27FC236}">
                <a16:creationId xmlns:a16="http://schemas.microsoft.com/office/drawing/2014/main" id="{F4B06164-0C24-559E-C52C-0AFD03B37E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78" t="8599" r="5569" b="10597"/>
          <a:stretch>
            <a:fillRect/>
          </a:stretch>
        </p:blipFill>
        <p:spPr>
          <a:xfrm>
            <a:off x="5875929" y="2180496"/>
            <a:ext cx="5734878" cy="36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5405-835B-82E7-598C-FC7B5C9A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EC1D2-09AC-6CEA-4BD4-09EB29E7D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DHCP 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3EE841-D800-E84F-A320-E6C0DBD08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dynamic and automatic IP assignment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IP address reservations for specific devices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Renews and releases IP when required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networks through DHCP scopes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DHCP relay for remote networks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for any environment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3001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314D6-C207-9D7E-E545-05AFFBDD7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DHCP server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685C06-0C40-BBAD-6377-9339BC972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3659"/>
          <a:stretch>
            <a:fillRect/>
          </a:stretch>
        </p:blipFill>
        <p:spPr>
          <a:xfrm>
            <a:off x="7404915" y="1928192"/>
            <a:ext cx="4462407" cy="49298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A539C0F-C0A1-5BE1-182C-61EB0D10341C}"/>
              </a:ext>
            </a:extLst>
          </p:cNvPr>
          <p:cNvSpPr txBox="1"/>
          <p:nvPr/>
        </p:nvSpPr>
        <p:spPr>
          <a:xfrm>
            <a:off x="732099" y="1853939"/>
            <a:ext cx="609407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Automatic IP Assignment: Assigns unique IPs without manual effort.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IP Allocation: Reuses expired IPs to optimize IP usage.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Management: All IP settings are managed by a single server.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Lease Mechanism: Provides IPs for limited time (lease).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Multiple Parameters: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Address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Subnet Mask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Default Gateway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DNS Servers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Lease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Static IP Reservation: Specific IP assigned to specific device (MAC-based).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Scalable: Works for home networks as well as enterprise networks.</a:t>
            </a:r>
          </a:p>
        </p:txBody>
      </p:sp>
    </p:spTree>
    <p:extLst>
      <p:ext uri="{BB962C8B-B14F-4D97-AF65-F5344CB8AC3E}">
        <p14:creationId xmlns:p14="http://schemas.microsoft.com/office/powerpoint/2010/main" val="1792128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9F885-AD14-3C4A-3C23-8F79D3116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9F901-CA38-48F8-3739-7B767BD60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a DHCP server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756F6-ACED-B784-A8A3-80270F465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simplify network setup and configuration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remove the need for manual IP entry on each device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consistent and accurate network settings on each device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prevent IP address conflicts within the network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make device connectivity quick and smooth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reduce human errors caused during manual configuration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growing and frequently changing networks easily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29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673A-F870-7C58-5487-E1771FCD8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9C9D7-17FA-6767-8293-F95F15A3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and disadvantages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0CC2BE-BE11-8D05-EA91-9ED9782DE3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Advantages 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E42F3B-F4D8-2062-CD60-92696B26543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a lot of time by automating IP assignment.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mistakes that happen during manual configuration.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network admins control everything from one place.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Connects new devices instantly with no setup required.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mobiles/laptops that keep switching networks.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in large networks with thousands of devices.</a:t>
            </a:r>
          </a:p>
          <a:p>
            <a:pPr algn="just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network changes easier and faster.</a:t>
            </a:r>
            <a:endParaRPr lang="en-IN" sz="15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D31065-F370-F8A9-B85F-3BDB19EEC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Disadvantages 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170255-DD51-5BF0-20BB-E9E639EBE8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7708" y="2926052"/>
            <a:ext cx="6092279" cy="3120787"/>
          </a:xfrm>
        </p:spPr>
        <p:txBody>
          <a:bodyPr>
            <a:normAutofit/>
          </a:bodyPr>
          <a:lstStyle/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DHCP server goes down, new devices can’t get IPs.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offer built-in security or authentication.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Networks can be attacked by rogue (fake) DHCP servers.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Heavy broadcast traffic in large networks.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suitable for systems that require permanent static IPs.</a:t>
            </a:r>
          </a:p>
          <a:p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proper management to avoid misuse.</a:t>
            </a:r>
            <a:endParaRPr lang="en-IN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88026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F8718D3F-3D4E-A9EE-C21E-FBBDFE15CC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77A80-ACB7-3CFE-7CDD-133CBF9C6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E8F19-97C0-CAF5-23AD-BD9147C19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DOES DORA PROCESS works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6339F-D8EA-D05B-F3A8-5F2B46D09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Step 1: DISCOVER (Client → DHCP server)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Step 2: OFFER (DHCP server → Client)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Step 3: REQUEST (Client → DHCP server)</a:t>
            </a: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Step 4: ACK (DHCP server → Client)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1496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FB6D07-DA25-39B5-10E2-B4899C4D9E70}"/>
              </a:ext>
            </a:extLst>
          </p:cNvPr>
          <p:cNvSpPr txBox="1"/>
          <p:nvPr/>
        </p:nvSpPr>
        <p:spPr>
          <a:xfrm>
            <a:off x="1067766" y="1291106"/>
            <a:ext cx="7439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Step 1: DISCOVER (Client → DHCP server)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35CA9B7-F9BA-B32A-0B5E-A6E2FB5B84C2}"/>
              </a:ext>
            </a:extLst>
          </p:cNvPr>
          <p:cNvSpPr txBox="1"/>
          <p:nvPr/>
        </p:nvSpPr>
        <p:spPr>
          <a:xfrm>
            <a:off x="1067765" y="3610009"/>
            <a:ext cx="743962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Step 2: OFFER (DHCP server → Client)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DF2C6C-E8B0-2D17-3F47-C5E974276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65" y="2047800"/>
            <a:ext cx="10265780" cy="9963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217F371-0772-0018-8584-79CF60C81B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765" y="4401861"/>
            <a:ext cx="10265780" cy="1943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73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B181CE-4BB9-0412-F355-91A78954FE5C}"/>
              </a:ext>
            </a:extLst>
          </p:cNvPr>
          <p:cNvSpPr txBox="1"/>
          <p:nvPr/>
        </p:nvSpPr>
        <p:spPr>
          <a:xfrm>
            <a:off x="1218235" y="1319514"/>
            <a:ext cx="74743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Step 3: REQUEST (Client → DHCP server)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CDD3A0-66CA-5953-B32D-2BE2AB388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496" y="1781179"/>
            <a:ext cx="10695007" cy="191482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EEE650-3C85-9D10-98E7-D4F98E4317C2}"/>
              </a:ext>
            </a:extLst>
          </p:cNvPr>
          <p:cNvSpPr txBox="1"/>
          <p:nvPr/>
        </p:nvSpPr>
        <p:spPr>
          <a:xfrm>
            <a:off x="1218235" y="3926839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Step 4: ACK (DHCP server → Client)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A1A619-E57F-FE70-5DAE-AB115F669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96" y="4614432"/>
            <a:ext cx="10695007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8728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5CB7C-F9F2-FFB8-1F6F-21AAE092B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PROPERTIES OF DHCP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A65559-325D-488E-E13E-1EA856100C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9676" y="2141316"/>
            <a:ext cx="10509813" cy="428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839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screenshot of a computer flowchart">
            <a:extLst>
              <a:ext uri="{FF2B5EF4-FFF2-40B4-BE49-F238E27FC236}">
                <a16:creationId xmlns:a16="http://schemas.microsoft.com/office/drawing/2014/main" id="{6BF97835-EB3F-0E5D-CA43-CA6C50290ED5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 l="8080" r="7738"/>
          <a:stretch>
            <a:fillRect/>
          </a:stretch>
        </p:blipFill>
        <p:spPr>
          <a:xfrm>
            <a:off x="6285053" y="613458"/>
            <a:ext cx="5370653" cy="6157731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09B26D7-3E13-F5C0-4A8D-2CC747092E2A}"/>
              </a:ext>
            </a:extLst>
          </p:cNvPr>
          <p:cNvSpPr txBox="1"/>
          <p:nvPr/>
        </p:nvSpPr>
        <p:spPr>
          <a:xfrm>
            <a:off x="1930" y="2890391"/>
            <a:ext cx="6094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DHCP Works When There Is Lease Timer</a:t>
            </a:r>
          </a:p>
        </p:txBody>
      </p:sp>
    </p:spTree>
    <p:extLst>
      <p:ext uri="{BB962C8B-B14F-4D97-AF65-F5344CB8AC3E}">
        <p14:creationId xmlns:p14="http://schemas.microsoft.com/office/powerpoint/2010/main" val="13775155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CF8D7-1DF8-5F9D-2AA3-E7867516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LIFE EXAMPLE (OUR PROJECT SCENARIO)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6FB05E-D0B2-D166-D0E2-FF6120F965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A → DHCP Server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B → DHCP Client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B sends “DISCOVER”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A offers “192.168.1.10”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B requests it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Laptop A acknowledges and starts 30 sec lease timer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30 sec, Laptop A frees the IP and returns it to pool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344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A68E5-CEE1-FA13-338B-A7A53F9AE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DD7C9-C342-3FDC-B82E-EA41C50AB6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11029616" cy="36330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TOPIC:-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IP Allocation &amp; LAN Communication System Using Python</a:t>
            </a: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ASSIGNING IP ADDRESS</a:t>
            </a:r>
          </a:p>
          <a:p>
            <a:pPr lvl="1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LEASE TIMEOUT OF 30sec</a:t>
            </a:r>
          </a:p>
          <a:p>
            <a:pPr lvl="1"/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 BETWEEN SERVER AND CLIENT</a:t>
            </a: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2165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6B13C6A-F311-5F09-50D6-5AB98A9AA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CONNECTIVITY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044996-9216-637F-7ACF-382D010EE8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SIDE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A5E0381-CDFE-62E7-C676-FB3280F28E4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1025" y="3758441"/>
            <a:ext cx="5392738" cy="1269931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BE62F40-380F-0450-2F25-CE8743F40B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SIDE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88B87DD5-A1EC-83A4-8146-A5728ACD2029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218238" y="3758441"/>
            <a:ext cx="5392737" cy="1269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308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2751E-61A5-EC34-1D77-C055AC9AC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OF CHAT BETWEEN SEVER AND CLIENT</a:t>
            </a:r>
            <a:endParaRPr lang="en-IN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1F329940-CE2D-300F-EAB0-AC0981463C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6218238" y="3648510"/>
            <a:ext cx="5392737" cy="148979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7DA6CF-6DEC-DE96-2F25-5A10E770B9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7413" y="2251075"/>
            <a:ext cx="5086350" cy="5365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SIDE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95D99B9A-61C7-BFBD-FCB9-8D5250F932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23038" y="2251075"/>
            <a:ext cx="5087937" cy="55245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 SIDE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668D336-41D3-7973-C282-1AEF257FD1D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81025" y="3648510"/>
            <a:ext cx="5392738" cy="1489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491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AF0E3D-B415-7967-64E3-F2B491DF4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LEASE TIMEOUT OF 30 seconds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4D22A51-08DB-D520-39C0-F799E8D395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491" y="2213765"/>
            <a:ext cx="8510421" cy="41807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40242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sz="1400" b="1" dirty="0">
                <a:solidFill>
                  <a:schemeClr val="bg2"/>
                </a:solidFill>
                <a:hlinkClick r:id="rId3"/>
              </a:rPr>
              <a:t>25MCA047@nirmauni.ac.in</a:t>
            </a:r>
            <a:endParaRPr lang="en-US" sz="1400" b="1" dirty="0">
              <a:solidFill>
                <a:schemeClr val="bg2"/>
              </a:solidFill>
            </a:endParaRPr>
          </a:p>
          <a:p>
            <a:r>
              <a:rPr lang="en-US" sz="1400" b="1" dirty="0">
                <a:solidFill>
                  <a:schemeClr val="bg2"/>
                </a:solidFill>
                <a:hlinkClick r:id="rId4"/>
              </a:rPr>
              <a:t>25MCA066@NIIRMAUNI.AC.IN</a:t>
            </a:r>
            <a:endParaRPr lang="en-US" sz="1400" b="1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161</TotalTime>
  <Words>744</Words>
  <Application>Microsoft Office PowerPoint</Application>
  <PresentationFormat>Widescreen</PresentationFormat>
  <Paragraphs>118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Gill Sans MT</vt:lpstr>
      <vt:lpstr>Times New Roman</vt:lpstr>
      <vt:lpstr>Wingdings 2</vt:lpstr>
      <vt:lpstr>Custom</vt:lpstr>
      <vt:lpstr>DHCP SERVER</vt:lpstr>
      <vt:lpstr>Table of content</vt:lpstr>
      <vt:lpstr>introduction</vt:lpstr>
      <vt:lpstr>introduction</vt:lpstr>
      <vt:lpstr>Uses of DHCP server</vt:lpstr>
      <vt:lpstr>Features of DHCP server</vt:lpstr>
      <vt:lpstr>Features of DHCP server</vt:lpstr>
      <vt:lpstr>Objectives of a DHCP server</vt:lpstr>
      <vt:lpstr>Advantages and disadvantages</vt:lpstr>
      <vt:lpstr>PowerPoint Presentation</vt:lpstr>
      <vt:lpstr>How DOES DORA PROCESS works</vt:lpstr>
      <vt:lpstr>PowerPoint Presentation</vt:lpstr>
      <vt:lpstr>PowerPoint Presentation</vt:lpstr>
      <vt:lpstr>PROPERTIES OF DHCP</vt:lpstr>
      <vt:lpstr>PowerPoint Presentation</vt:lpstr>
      <vt:lpstr>REAL LIFE EXAMPLE (OUR PROJECT SCENARIO)</vt:lpstr>
      <vt:lpstr>PRACTICAL IMPLEMENTATION</vt:lpstr>
      <vt:lpstr>OUTPUT OF CONNECTIVITY </vt:lpstr>
      <vt:lpstr>OUTPUT OF CHAT BETWEEN SEVER AND CLIENT</vt:lpstr>
      <vt:lpstr>LEASE TIMEOUT OF 30 seconds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Kavish shah</dc:creator>
  <cp:lastModifiedBy>Aayush Shah</cp:lastModifiedBy>
  <cp:revision>2</cp:revision>
  <dcterms:created xsi:type="dcterms:W3CDTF">2025-11-14T16:52:28Z</dcterms:created>
  <dcterms:modified xsi:type="dcterms:W3CDTF">2025-11-15T11:26:41Z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